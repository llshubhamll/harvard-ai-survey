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0f4b111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0f4b111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0f4b111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0f4b111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0f4b111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0f4b111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f0f4b111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f0f4b111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f0f4b111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f0f4b111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f0f4b111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f0f4b111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f0f4b111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f0f4b111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f0f4b111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f0f4b111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f0f4b111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f0f4b111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f0f4b11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f0f4b11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f0f4b111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f0f4b111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f0f4b111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f0f4b111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f0f4b111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f0f4b111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f0f4b111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f0f4b111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f0f4b111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f0f4b111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f0f4b111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f0f4b111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f0f4b111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f0f4b111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Usage survey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892"/>
            <a:ext cx="9143999" cy="5081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Adoption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6301"/>
            <a:ext cx="9144000" cy="4810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744"/>
            <a:ext cx="9144001" cy="5086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79205" l="0" r="0" t="0"/>
          <a:stretch/>
        </p:blipFill>
        <p:spPr>
          <a:xfrm>
            <a:off x="553800" y="309800"/>
            <a:ext cx="7743800" cy="489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78649" l="0" r="0" t="0"/>
          <a:stretch/>
        </p:blipFill>
        <p:spPr>
          <a:xfrm>
            <a:off x="221525" y="314325"/>
            <a:ext cx="8312701" cy="432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Boons and banes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2403"/>
            <a:ext cx="9143999" cy="449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200" y="744574"/>
            <a:ext cx="7684873" cy="392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9580"/>
            <a:ext cx="9143999" cy="4664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506" y="0"/>
            <a:ext cx="559898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1993"/>
            <a:ext cx="9143999" cy="4139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9574"/>
            <a:ext cx="9144003" cy="3384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</a:t>
            </a:r>
            <a:endParaRPr/>
          </a:p>
        </p:txBody>
      </p:sp>
      <p:sp>
        <p:nvSpPr>
          <p:cNvPr id="150" name="Google Shape;150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7111"/>
            <a:ext cx="9143999" cy="388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9791"/>
            <a:ext cx="9143998" cy="4503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375" y="759326"/>
            <a:ext cx="7342452" cy="362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